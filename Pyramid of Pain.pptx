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Source Sans Pro" panose="020B0503030403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ustotal.com/gui/search/attack_tactic%253ATA000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virustotal.com/gui/ip-address/104.115.151.81" TargetMode="External"/><Relationship Id="rId4" Type="http://schemas.openxmlformats.org/officeDocument/2006/relationships/hyperlink" Target="https://www.virustotal.com/gui/domain/a.sinkhole.yourtrap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79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sz="179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79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79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Após analise dos dados fornecidos pelo site virus total após analise da HASH do arquivo suspeito, foi constatado que se trata de um arquivo malicioso, tendo como Popular threat label: “trojan.flagpro/fragtor</a:t>
            </a:r>
            <a:endParaRPr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>
                <a:solidFill>
                  <a:srgbClr val="FFFFFF"/>
                </a:solidFill>
                <a:effectLst/>
                <a:latin typeface="Source Sans Pro" panose="020B0503030403020204" pitchFamily="34" charset="0"/>
                <a:hlinkClick r:id="rId3"/>
              </a:rPr>
              <a:t>Defense Evasion</a:t>
            </a:r>
            <a:endParaRPr sz="110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capture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tx1"/>
                </a:solidFill>
                <a:latin typeface="Source Sans Pro" panose="020B0503030403020204" pitchFamily="34" charset="0"/>
                <a:ea typeface="Roboto"/>
                <a:cs typeface="Roboto"/>
                <a:sym typeface="Roboto"/>
              </a:rPr>
              <a:t>HTTP </a:t>
            </a:r>
            <a:r>
              <a:rPr lang="pt-BR" sz="1100" dirty="0" err="1">
                <a:solidFill>
                  <a:schemeClr val="tx1"/>
                </a:solidFill>
                <a:latin typeface="Source Sans Pro" panose="020B0503030403020204" pitchFamily="34" charset="0"/>
                <a:ea typeface="Roboto"/>
                <a:cs typeface="Roboto"/>
                <a:sym typeface="Roboto"/>
              </a:rPr>
              <a:t>Requests</a:t>
            </a:r>
            <a:endParaRPr sz="11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cxnSpLocks/>
            <a:endCxn id="80" idx="1"/>
          </p:cNvCxnSpPr>
          <p:nvPr/>
        </p:nvCxnSpPr>
        <p:spPr>
          <a:xfrm>
            <a:off x="4426175" y="3274536"/>
            <a:ext cx="1528049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4"/>
          <p:cNvSpPr/>
          <p:nvPr/>
        </p:nvSpPr>
        <p:spPr>
          <a:xfrm>
            <a:off x="5954224" y="3012486"/>
            <a:ext cx="2187151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dirty="0">
                <a:solidFill>
                  <a:srgbClr val="FFFFFF"/>
                </a:solidFill>
                <a:effectLst/>
                <a:latin typeface="Source Sans Pro" panose="020B0503030403020204" pitchFamily="34" charset="0"/>
                <a:hlinkClick r:id="rId4"/>
              </a:rPr>
              <a:t>a.sinkhole.yourtrap.com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dirty="0">
                <a:solidFill>
                  <a:srgbClr val="FFFFFF"/>
                </a:solidFill>
                <a:effectLst/>
                <a:latin typeface="Source Sans Pro" panose="020B0503030403020204" pitchFamily="34" charset="0"/>
                <a:hlinkClick r:id="rId5"/>
              </a:rPr>
              <a:t>104.115.151.81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14"/>
          <p:cNvSpPr/>
          <p:nvPr/>
        </p:nvSpPr>
        <p:spPr>
          <a:xfrm>
            <a:off x="5681326" y="4417974"/>
            <a:ext cx="315565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 b="0" i="0" u="none" strike="noStrike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</a:br>
            <a:r>
              <a:rPr lang="pt-BR" sz="1400" b="0" i="0" u="none" strike="noStrike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SHA-256: </a:t>
            </a:r>
            <a:br>
              <a:rPr lang="pt-BR" sz="1400" dirty="0"/>
            </a:br>
            <a:r>
              <a:rPr lang="pt-BR" sz="1400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54e6ea47eb04634d3e87fd7787e2136ccfbcc80ade34f246a12cf93bab527f6b</a:t>
            </a:r>
            <a:endParaRPr sz="11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84</Words>
  <Application>Microsoft Office PowerPoint</Application>
  <PresentationFormat>Apresentação na tela (16:9)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Roboto</vt:lpstr>
      <vt:lpstr>Source Sans Pro</vt:lpstr>
      <vt:lpstr>Arial</vt:lpstr>
      <vt:lpstr>Google Sans</vt:lpstr>
      <vt:lpstr>Simple Light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Magno</dc:creator>
  <cp:lastModifiedBy>Magno</cp:lastModifiedBy>
  <cp:revision>4</cp:revision>
  <dcterms:modified xsi:type="dcterms:W3CDTF">2025-11-13T18:17:09Z</dcterms:modified>
</cp:coreProperties>
</file>